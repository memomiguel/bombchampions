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gif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5F5FA"/>
                </a:solidFill>
                <a:latin typeface="Arial"/>
              </a:defRPr>
            </a:pPr>
            <a:r>
              <a:t>BOMB CHAMPIONS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AAB9"/>
                </a:solidFill>
                <a:latin typeface="Arial"/>
              </a:defRPr>
            </a:pPr>
            <a:r>
              <a:t>Proyecto Intermodular · SMR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AAAAB9"/>
                </a:solidFill>
                <a:latin typeface="Arial"/>
              </a:defRPr>
            </a:pPr>
            <a:r>
              <a:t>Miguel Marcano · Gabriel Celis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AAB9"/>
                </a:solidFill>
                <a:latin typeface="Arial"/>
              </a:defRPr>
            </a:pPr>
            <a:r>
              <a:t>IES El Álamo · 5 junio 2026</a:t>
            </a:r>
          </a:p>
        </p:txBody>
      </p:sp>
      <p:pic>
        <p:nvPicPr>
          <p:cNvPr id="8" name="Picture 7" descr="FONDO BOMB CHAMP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14400"/>
            <a:ext cx="50292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Miguel → código · redes  ·  Gabriel → sprites · audio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AAB9"/>
                </a:solidFill>
                <a:latin typeface="Arial"/>
              </a:defRPr>
            </a:pPr>
            <a:r>
              <a:t>Python · Pygame · PyCharm          Piskel · BeepBox</a:t>
            </a:r>
          </a:p>
        </p:txBody>
      </p:sp>
      <p:pic>
        <p:nvPicPr>
          <p:cNvPr id="7" name="Picture 6" descr="BLUE ABA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200400"/>
            <a:ext cx="1280160" cy="4364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4754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F5FA"/>
                </a:solidFill>
                <a:latin typeface="Arial"/>
              </a:defRPr>
            </a:pPr>
            <a:r>
              <a:t>Miguel</a:t>
            </a:r>
          </a:p>
        </p:txBody>
      </p:sp>
      <p:pic>
        <p:nvPicPr>
          <p:cNvPr id="9" name="Picture 8" descr="CuchillasPJ ABAJ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200400"/>
            <a:ext cx="1280160" cy="4364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0880" y="4754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F5FA"/>
                </a:solidFill>
                <a:latin typeface="Arial"/>
              </a:defRPr>
            </a:pPr>
            <a:r>
              <a:t>Gabriel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¿QUÉ ES BOMB CHAMPIONS?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Bomberman · Campeones · 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AAAB9"/>
                </a:solidFill>
                <a:latin typeface="Arial"/>
              </a:defRPr>
            </a:pPr>
            <a:r>
              <a:t>Laberinto · bombas · último en pie</a:t>
            </a:r>
          </a:p>
        </p:txBody>
      </p:sp>
      <p:pic>
        <p:nvPicPr>
          <p:cNvPr id="7" name="Picture 6" descr="FONDO BOMB CHAMP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1069848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Videojuego funcional  ·  POO + Pygame  ·  Multijugador LAN  ·  Assets propios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AAB9"/>
                </a:solidFill>
                <a:latin typeface="Arial"/>
              </a:defRPr>
            </a:pPr>
            <a:r>
              <a:t>MVP jugable y documentado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INTEGRACIÓN INTERMODULAR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Python → lógica del juego  ·  Redes → host/cliente 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743200"/>
            <a:ext cx="7589520" cy="3200400"/>
          </a:xfrm>
          <a:prstGeom prst="roundRect">
            <a:avLst/>
          </a:prstGeom>
          <a:solidFill>
            <a:srgbClr val="FFD246"/>
          </a:solidFill>
          <a:ln w="19050">
            <a:solidFill>
              <a:srgbClr val="82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82314"/>
                </a:solidFill>
                <a:latin typeface="Arial"/>
              </a:defRPr>
            </a:pPr>
            <a:r>
              <a:t>[INSERTAR IMAGEN]</a:t>
            </a:r>
            <a:br/>
            <a:r>
              <a:t>Diagrama simple: 2 PCs en Wi‑Fi → host (TCP) + descubrimiento (UDP).</a:t>
            </a:r>
            <a:br/>
            <a:r>
              <a:t>Puedes dibujarlo en Canva o exportar un esquema de la memoria.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ARQUITECTURA DEL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A"/>
                </a:solidFill>
                <a:latin typeface="Consolas"/>
              </a:defRPr>
            </a:pPr>
            <a:r>
              <a:t>main.py</a:t>
            </a:r>
            <a:br/>
            <a:r>
              <a:t>├── configuracion.py</a:t>
            </a:r>
            <a:br/>
            <a:r>
              <a:t>├── mapa.py · bomba.py · campeones.py</a:t>
            </a:r>
            <a:br/>
            <a:r>
              <a:t>├── especiales.py · hud.py</a:t>
            </a:r>
            <a:br/>
            <a:r>
              <a:t>└── red_descubrimiento.py · red_partida.py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486400" cy="3840480"/>
          </a:xfrm>
          <a:prstGeom prst="roundRect">
            <a:avLst/>
          </a:prstGeom>
          <a:solidFill>
            <a:srgbClr val="FFD246"/>
          </a:solidFill>
          <a:ln w="19050">
            <a:solidFill>
              <a:srgbClr val="82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82314"/>
                </a:solidFill>
                <a:latin typeface="Arial"/>
              </a:defRPr>
            </a:pPr>
            <a:r>
              <a:t>[INSERTAR IMAGEN]</a:t>
            </a:r>
            <a:br/>
            <a:r>
              <a:t>Diagrama de módulos (cajas y flechas) como en la memoria:</a:t>
            </a:r>
            <a:br/>
            <a:r>
              <a:t>PRESENTACION/ENTREGA/imagenes/diagramas/arquitectura_modulos.png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EL MAPA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17 × 21 celdas  ·  Suelo · pared · caja</a:t>
            </a:r>
          </a:p>
        </p:txBody>
      </p:sp>
      <p:pic>
        <p:nvPicPr>
          <p:cNvPr id="6" name="Picture 5" descr="evolucion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8046720" cy="7396480"/>
          </a:xfrm>
          <a:prstGeom prst="rect">
            <a:avLst/>
          </a:prstGeom>
        </p:spPr>
      </p:pic>
      <p:pic>
        <p:nvPicPr>
          <p:cNvPr id="7" name="Picture 6" descr="Pas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011680"/>
            <a:ext cx="10972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32720" y="2148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AAB9"/>
                </a:solidFill>
                <a:latin typeface="Arial"/>
              </a:defRPr>
            </a:pPr>
            <a:r>
              <a:t>Suelo</a:t>
            </a:r>
          </a:p>
        </p:txBody>
      </p:sp>
      <p:pic>
        <p:nvPicPr>
          <p:cNvPr id="9" name="Picture 8" descr="ParedHierro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383280"/>
            <a:ext cx="1097280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32720" y="35204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AAB9"/>
                </a:solidFill>
                <a:latin typeface="Arial"/>
              </a:defRPr>
            </a:pPr>
            <a:r>
              <a:t>Pared</a:t>
            </a:r>
          </a:p>
        </p:txBody>
      </p:sp>
      <p:pic>
        <p:nvPicPr>
          <p:cNvPr id="11" name="Picture 10" descr="ParedLadrill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754880"/>
            <a:ext cx="109728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32720" y="4892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AAB9"/>
                </a:solidFill>
                <a:latin typeface="Arial"/>
              </a:defRPr>
            </a:pPr>
            <a:r>
              <a:t>Caja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GAMEPLAY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Bombas · explosión · vidas · invencibilidad</a:t>
            </a:r>
          </a:p>
        </p:txBody>
      </p:sp>
      <p:pic>
        <p:nvPicPr>
          <p:cNvPr id="6" name="Picture 5" descr="Bom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94560"/>
            <a:ext cx="1828800" cy="2581835"/>
          </a:xfrm>
          <a:prstGeom prst="rect">
            <a:avLst/>
          </a:prstGeom>
        </p:spPr>
      </p:pic>
      <p:pic>
        <p:nvPicPr>
          <p:cNvPr id="7" name="Picture 6" descr="EXPLO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194560"/>
            <a:ext cx="3200400" cy="677732"/>
          </a:xfrm>
          <a:prstGeom prst="rect">
            <a:avLst/>
          </a:prstGeom>
        </p:spPr>
      </p:pic>
      <p:pic>
        <p:nvPicPr>
          <p:cNvPr id="8" name="Picture 7" descr="CORAZ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37744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3291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AAB9"/>
                </a:solidFill>
                <a:latin typeface="Arial"/>
              </a:defRPr>
            </a:pPr>
            <a:r>
              <a:t>3 vidas · HUD por jugador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CAMPEONES</a:t>
            </a:r>
          </a:p>
        </p:txBody>
      </p:sp>
      <p:pic>
        <p:nvPicPr>
          <p:cNvPr id="5" name="Picture 4" descr="BLUE ABA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1188720" cy="4052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657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5F5FA"/>
                </a:solidFill>
                <a:latin typeface="Arial"/>
              </a:defRPr>
            </a:pPr>
            <a:r>
              <a:t>Azul</a:t>
            </a:r>
          </a:p>
        </p:txBody>
      </p:sp>
      <p:pic>
        <p:nvPicPr>
          <p:cNvPr id="7" name="Picture 6" descr="RED ABAJ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828800"/>
            <a:ext cx="1188720" cy="4052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83280" y="3657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5F5FA"/>
                </a:solidFill>
                <a:latin typeface="Arial"/>
              </a:defRPr>
            </a:pPr>
            <a:r>
              <a:t>Rojo</a:t>
            </a:r>
          </a:p>
        </p:txBody>
      </p:sp>
      <p:pic>
        <p:nvPicPr>
          <p:cNvPr id="9" name="Picture 8" descr="YELLOW ABAJ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28800"/>
            <a:ext cx="1188720" cy="4052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657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5F5FA"/>
                </a:solidFill>
                <a:latin typeface="Arial"/>
              </a:defRPr>
            </a:pPr>
            <a:r>
              <a:t>Amarillo</a:t>
            </a:r>
          </a:p>
        </p:txBody>
      </p:sp>
      <p:pic>
        <p:nvPicPr>
          <p:cNvPr id="11" name="Picture 10" descr="CuchillasPJ ABAJ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828800"/>
            <a:ext cx="1188720" cy="4052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52560" y="3657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5F5FA"/>
                </a:solidFill>
                <a:latin typeface="Arial"/>
              </a:defRPr>
            </a:pPr>
            <a:r>
              <a:t>Cuchillas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Cada uno con stats y especial distinto</a:t>
            </a:r>
          </a:p>
        </p:txBody>
      </p:sp>
      <p:pic>
        <p:nvPicPr>
          <p:cNvPr id="14" name="Picture 13" descr="HABILIDAD CUCHILLO DERECH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4206240"/>
            <a:ext cx="2286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DISEÑO GRÁFICO · PISKEL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Pixel art · sprites · tiles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AAB9"/>
                </a:solidFill>
                <a:latin typeface="Arial"/>
              </a:defRPr>
            </a:pPr>
            <a:r>
              <a:t>Gabriel Celis</a:t>
            </a:r>
          </a:p>
        </p:txBody>
      </p:sp>
      <p:pic>
        <p:nvPicPr>
          <p:cNvPr id="7" name="Picture 6" descr="Pa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2286000" cy="2286000"/>
          </a:xfrm>
          <a:prstGeom prst="rect">
            <a:avLst/>
          </a:prstGeom>
        </p:spPr>
      </p:pic>
      <p:pic>
        <p:nvPicPr>
          <p:cNvPr id="8" name="Picture 7" descr="Bom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560320"/>
            <a:ext cx="2286000" cy="3227294"/>
          </a:xfrm>
          <a:prstGeom prst="rect">
            <a:avLst/>
          </a:prstGeom>
        </p:spPr>
      </p:pic>
      <p:pic>
        <p:nvPicPr>
          <p:cNvPr id="9" name="Picture 8" descr="ParedLadrill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56032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AAB9"/>
                </a:solidFill>
                <a:latin typeface="Arial"/>
              </a:defRPr>
            </a:pPr>
            <a:r>
              <a:t>Fondo menú con apoyo de IA (ChatGPT)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MÚSICA Y SONIDO · BEEPBOX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Partida · bomba · menú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560320"/>
            <a:ext cx="8503920" cy="3200400"/>
          </a:xfrm>
          <a:prstGeom prst="roundRect">
            <a:avLst/>
          </a:prstGeom>
          <a:solidFill>
            <a:srgbClr val="FFD246"/>
          </a:solidFill>
          <a:ln w="19050">
            <a:solidFill>
              <a:srgbClr val="82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82314"/>
                </a:solidFill>
                <a:latin typeface="Arial"/>
              </a:defRPr>
            </a:pPr>
            <a:r>
              <a:t>[INSERTAR IMAGEN]</a:t>
            </a:r>
            <a:br/>
            <a:r>
              <a:t>Logo de BeepBox (beepbox.co) o captura de la pista del instrumental.</a:t>
            </a:r>
            <a:br/>
            <a:r>
              <a:t>Opcional: icono de altavoz + nombre de los 3 archivos .mid del proyecto.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DIFICULTAD: ANIMACIONES GIF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Problema → spritesheet 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AAB9"/>
                </a:solidFill>
                <a:latin typeface="Arial"/>
              </a:defRPr>
            </a:pPr>
            <a:r>
              <a:t>GIF = 1 frame en Pygame · Piskel falla con muchos colores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AAB9"/>
                </a:solidFill>
                <a:latin typeface="Arial"/>
              </a:defRPr>
            </a:pPr>
            <a:r>
              <a:t>Solución: exportar frames PNG y recortar en código</a:t>
            </a:r>
          </a:p>
        </p:txBody>
      </p:sp>
      <p:pic>
        <p:nvPicPr>
          <p:cNvPr id="8" name="Picture 7" descr="BLUE DERECHA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474720"/>
            <a:ext cx="1828800" cy="2493818"/>
          </a:xfrm>
          <a:prstGeom prst="rect">
            <a:avLst/>
          </a:prstGeom>
        </p:spPr>
      </p:pic>
      <p:pic>
        <p:nvPicPr>
          <p:cNvPr id="9" name="Picture 8" descr="BLUE DEREC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474720"/>
            <a:ext cx="1828800" cy="6234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MULTIJUGADOR 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Crear partida · Buscar · Sincronizar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AAB9"/>
                </a:solidFill>
                <a:latin typeface="Arial"/>
              </a:defRPr>
            </a:pPr>
            <a:r>
              <a:t>UDP descubrimiento · TCP partida · host autoridad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9418320" cy="3200400"/>
          </a:xfrm>
          <a:prstGeom prst="roundRect">
            <a:avLst/>
          </a:prstGeom>
          <a:solidFill>
            <a:srgbClr val="FFD246"/>
          </a:solidFill>
          <a:ln w="19050">
            <a:solidFill>
              <a:srgbClr val="82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82314"/>
                </a:solidFill>
                <a:latin typeface="Arial"/>
              </a:defRPr>
            </a:pPr>
            <a:r>
              <a:t>[INSERTAR IMAGEN]</a:t>
            </a:r>
            <a:br/>
            <a:r>
              <a:t>Captura del menú «Crear partida» mostrando la IP del host,</a:t>
            </a:r>
            <a:br/>
            <a:r>
              <a:t>o foto de 2 portátiles jugando en la misma 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EVOLUCIÓN DEL JUEGO</a:t>
            </a:r>
          </a:p>
        </p:txBody>
      </p:sp>
      <p:pic>
        <p:nvPicPr>
          <p:cNvPr id="5" name="Picture 4" descr="evolucion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291840" cy="25667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846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AAB9"/>
                </a:solidFill>
                <a:latin typeface="Arial"/>
              </a:defRPr>
            </a:pPr>
            <a:r>
              <a:t>v1 MVP</a:t>
            </a:r>
          </a:p>
        </p:txBody>
      </p:sp>
      <p:pic>
        <p:nvPicPr>
          <p:cNvPr id="7" name="Picture 6" descr="evolucion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3291840" cy="29948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4846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AAB9"/>
                </a:solidFill>
                <a:latin typeface="Arial"/>
              </a:defRPr>
            </a:pPr>
            <a:r>
              <a:t>v2 menú</a:t>
            </a:r>
          </a:p>
        </p:txBody>
      </p:sp>
      <p:pic>
        <p:nvPicPr>
          <p:cNvPr id="9" name="Picture 8" descr="evolucion_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371600"/>
            <a:ext cx="3291840" cy="30258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0" y="4846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AAB9"/>
                </a:solidFill>
                <a:latin typeface="Arial"/>
              </a:defRPr>
            </a:pPr>
            <a:r>
              <a:t>Actual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DEMO Y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dist/BombChampions.exe · portable</a:t>
            </a:r>
          </a:p>
        </p:txBody>
      </p:sp>
      <p:pic>
        <p:nvPicPr>
          <p:cNvPr id="6" name="Picture 5" descr="evolucion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5486400" cy="4971406"/>
          </a:xfrm>
          <a:prstGeom prst="rect">
            <a:avLst/>
          </a:prstGeom>
        </p:spPr>
      </p:pic>
      <p:pic>
        <p:nvPicPr>
          <p:cNvPr id="7" name="Picture 6" descr="evolucion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03120"/>
            <a:ext cx="5029200" cy="28847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IA COMO APOYO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Depurar · organizar · redactar borradores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AAB9"/>
                </a:solidFill>
                <a:latin typeface="Arial"/>
              </a:defRPr>
            </a:pPr>
            <a:r>
              <a:t>Siempre revisado y probado por el equipo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5F5FA"/>
                </a:solidFill>
                <a:latin typeface="Arial"/>
              </a:defRPr>
            </a:pPr>
            <a: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25ADC"/>
                </a:solidFill>
                <a:latin typeface="Arial"/>
              </a:defRPr>
            </a:pPr>
            <a:r>
              <a:t>Base jugable  ·  Python + redes + diseño  ·  Mejoras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AAB9"/>
                </a:solidFill>
                <a:latin typeface="Arial"/>
              </a:defRPr>
            </a:pPr>
            <a:r>
              <a:t>Más campeones · IA enemigos · mapas nuevos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3840480"/>
            <a:ext cx="4114800" cy="4114800"/>
          </a:xfrm>
          <a:prstGeom prst="ellipse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5F5FA"/>
                </a:solidFill>
                <a:latin typeface="Arial"/>
              </a:defRPr>
            </a:pPr>
            <a: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AAAB9"/>
                </a:solidFill>
                <a:latin typeface="Arial"/>
              </a:defRPr>
            </a:pPr>
            <a:r>
              <a:t>Gracias</a:t>
            </a:r>
          </a:p>
        </p:txBody>
      </p:sp>
      <p:pic>
        <p:nvPicPr>
          <p:cNvPr id="6" name="Picture 5" descr="Bom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840480"/>
            <a:ext cx="1097280" cy="15491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