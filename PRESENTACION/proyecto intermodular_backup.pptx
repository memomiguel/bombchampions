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opperplate Gothic 32 AB Bold" charset="1" panose="020E0707020206020404"/>
      <p:regular r:id="rId18"/>
    </p:embeddedFont>
    <p:embeddedFont>
      <p:font typeface="Montserrat" charset="1" panose="00000500000000000000"/>
      <p:regular r:id="rId19"/>
    </p:embeddedFont>
    <p:embeddedFont>
      <p:font typeface="Anton" charset="1" panose="00000500000000000000"/>
      <p:regular r:id="rId20"/>
    </p:embeddedFont>
    <p:embeddedFont>
      <p:font typeface="Open Sans Bold" charset="1" panose="020B0806030504020204"/>
      <p:regular r:id="rId21"/>
    </p:embeddedFont>
    <p:embeddedFont>
      <p:font typeface="Open Sans" charset="1" panose="020B0606030504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12" Target="../media/image23.jpeg" Type="http://schemas.openxmlformats.org/officeDocument/2006/relationships/image"/><Relationship Id="rId13" Target="../media/VAHLQO9-PW0.mp4" Type="http://schemas.openxmlformats.org/officeDocument/2006/relationships/video"/><Relationship Id="rId14" Target="../media/VAHLQO9-PW0.mp4" Type="http://schemas.microsoft.com/office/2007/relationships/media"/><Relationship Id="rId15" Target="../media/image24.gif" Type="http://schemas.openxmlformats.org/officeDocument/2006/relationships/image"/><Relationship Id="rId16" Target="../media/image25.png" Type="http://schemas.openxmlformats.org/officeDocument/2006/relationships/image"/><Relationship Id="rId17" Target="../media/image26.gif" Type="http://schemas.openxmlformats.org/officeDocument/2006/relationships/image"/><Relationship Id="rId2" Target="../media/image1.png" Type="http://schemas.openxmlformats.org/officeDocument/2006/relationships/image"/><Relationship Id="rId3" Target="../media/image14.gif" Type="http://schemas.openxmlformats.org/officeDocument/2006/relationships/image"/><Relationship Id="rId4" Target="../media/image15.gif" Type="http://schemas.openxmlformats.org/officeDocument/2006/relationships/image"/><Relationship Id="rId5" Target="../media/image16.gif" Type="http://schemas.openxmlformats.org/officeDocument/2006/relationships/image"/><Relationship Id="rId6" Target="../media/image17.gif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7.png" Type="http://schemas.openxmlformats.org/officeDocument/2006/relationships/image"/><Relationship Id="rId4" Target="../media/image28.jpeg" Type="http://schemas.openxmlformats.org/officeDocument/2006/relationships/image"/><Relationship Id="rId5" Target="../media/VAHLQPkc2Ag.mp4" Type="http://schemas.openxmlformats.org/officeDocument/2006/relationships/video"/><Relationship Id="rId6" Target="../media/VAHLQPkc2Ag.mp4" Type="http://schemas.microsoft.com/office/2007/relationships/media"/><Relationship Id="rId7" Target="../media/image29.png" Type="http://schemas.openxmlformats.org/officeDocument/2006/relationships/image"/><Relationship Id="rId8" Target="../media/image3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888045">
            <a:off x="12762485" y="3535747"/>
            <a:ext cx="8993630" cy="10198962"/>
          </a:xfrm>
          <a:custGeom>
            <a:avLst/>
            <a:gdLst/>
            <a:ahLst/>
            <a:cxnLst/>
            <a:rect r="r" b="b" t="t" l="l"/>
            <a:pathLst>
              <a:path h="10198962" w="8993630">
                <a:moveTo>
                  <a:pt x="0" y="0"/>
                </a:moveTo>
                <a:lnTo>
                  <a:pt x="8993630" y="0"/>
                </a:lnTo>
                <a:lnTo>
                  <a:pt x="8993630" y="10198962"/>
                </a:lnTo>
                <a:lnTo>
                  <a:pt x="0" y="10198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888045">
            <a:off x="9061013" y="6177409"/>
            <a:ext cx="8993630" cy="10198962"/>
          </a:xfrm>
          <a:custGeom>
            <a:avLst/>
            <a:gdLst/>
            <a:ahLst/>
            <a:cxnLst/>
            <a:rect r="r" b="b" t="t" l="l"/>
            <a:pathLst>
              <a:path h="10198962" w="8993630">
                <a:moveTo>
                  <a:pt x="0" y="0"/>
                </a:moveTo>
                <a:lnTo>
                  <a:pt x="8993630" y="0"/>
                </a:lnTo>
                <a:lnTo>
                  <a:pt x="8993630" y="10198962"/>
                </a:lnTo>
                <a:lnTo>
                  <a:pt x="0" y="10198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888045">
            <a:off x="-5042640" y="9317163"/>
            <a:ext cx="8993630" cy="10198962"/>
          </a:xfrm>
          <a:custGeom>
            <a:avLst/>
            <a:gdLst/>
            <a:ahLst/>
            <a:cxnLst/>
            <a:rect r="r" b="b" t="t" l="l"/>
            <a:pathLst>
              <a:path h="10198962" w="8993630">
                <a:moveTo>
                  <a:pt x="0" y="0"/>
                </a:moveTo>
                <a:lnTo>
                  <a:pt x="8993630" y="0"/>
                </a:lnTo>
                <a:lnTo>
                  <a:pt x="8993630" y="10198962"/>
                </a:lnTo>
                <a:lnTo>
                  <a:pt x="0" y="101989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8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612827" y="5052895"/>
            <a:ext cx="6646473" cy="4205405"/>
          </a:xfrm>
          <a:custGeom>
            <a:avLst/>
            <a:gdLst/>
            <a:ahLst/>
            <a:cxnLst/>
            <a:rect r="r" b="b" t="t" l="l"/>
            <a:pathLst>
              <a:path h="4205405" w="6646473">
                <a:moveTo>
                  <a:pt x="0" y="0"/>
                </a:moveTo>
                <a:lnTo>
                  <a:pt x="6646473" y="0"/>
                </a:lnTo>
                <a:lnTo>
                  <a:pt x="6646473" y="4205405"/>
                </a:lnTo>
                <a:lnTo>
                  <a:pt x="0" y="42054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028255"/>
            <a:ext cx="12112879" cy="1674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98"/>
              </a:lnSpc>
              <a:spcBef>
                <a:spcPct val="0"/>
              </a:spcBef>
            </a:pPr>
            <a:r>
              <a:rPr lang="en-US" sz="8784">
                <a:solidFill>
                  <a:srgbClr val="FFFFFF"/>
                </a:solidFill>
                <a:latin typeface="Copperplate Gothic 32 AB Bold"/>
                <a:ea typeface="Copperplate Gothic 32 AB Bold"/>
                <a:cs typeface="Copperplate Gothic 32 AB Bold"/>
                <a:sym typeface="Copperplate Gothic 32 AB Bold"/>
              </a:rPr>
              <a:t>bomb champions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578728"/>
            <a:ext cx="10347945" cy="1220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1"/>
              </a:lnSpc>
            </a:pPr>
            <a:r>
              <a:rPr lang="en-US" sz="3322">
                <a:solidFill>
                  <a:srgbClr val="FFFFFF"/>
                </a:solidFill>
                <a:latin typeface="Copperplate Gothic 32 AB Bold"/>
                <a:ea typeface="Copperplate Gothic 32 AB Bold"/>
                <a:cs typeface="Copperplate Gothic 32 AB Bold"/>
                <a:sym typeface="Copperplate Gothic 32 AB Bold"/>
              </a:rPr>
              <a:t>presentado por: </a:t>
            </a:r>
          </a:p>
          <a:p>
            <a:pPr algn="l">
              <a:lnSpc>
                <a:spcPts val="4651"/>
              </a:lnSpc>
              <a:spcBef>
                <a:spcPct val="0"/>
              </a:spcBef>
            </a:pPr>
            <a:r>
              <a:rPr lang="en-US" sz="3322">
                <a:solidFill>
                  <a:srgbClr val="FFFFFF"/>
                </a:solidFill>
                <a:latin typeface="Copperplate Gothic 32 AB Bold"/>
                <a:ea typeface="Copperplate Gothic 32 AB Bold"/>
                <a:cs typeface="Copperplate Gothic 32 AB Bold"/>
                <a:sym typeface="Copperplate Gothic 32 AB Bold"/>
              </a:rPr>
              <a:t>Miguel Marcano y Grabriel Celis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266329"/>
            <a:ext cx="12260337" cy="1024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70"/>
              </a:lnSpc>
              <a:spcBef>
                <a:spcPct val="0"/>
              </a:spcBef>
            </a:pPr>
            <a:r>
              <a:rPr lang="en-US" sz="5407">
                <a:solidFill>
                  <a:srgbClr val="FFFFFF"/>
                </a:solidFill>
                <a:latin typeface="Copperplate Gothic 32 AB Bold"/>
                <a:ea typeface="Copperplate Gothic 32 AB Bold"/>
                <a:cs typeface="Copperplate Gothic 32 AB Bold"/>
                <a:sym typeface="Copperplate Gothic 32 AB Bold"/>
              </a:rPr>
              <a:t>proyecto intermodular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3888045">
            <a:off x="-3996536" y="-4496452"/>
            <a:ext cx="8993630" cy="10198962"/>
          </a:xfrm>
          <a:custGeom>
            <a:avLst/>
            <a:gdLst/>
            <a:ahLst/>
            <a:cxnLst/>
            <a:rect r="r" b="b" t="t" l="l"/>
            <a:pathLst>
              <a:path h="10198962" w="8993630">
                <a:moveTo>
                  <a:pt x="0" y="0"/>
                </a:moveTo>
                <a:lnTo>
                  <a:pt x="8993631" y="0"/>
                </a:lnTo>
                <a:lnTo>
                  <a:pt x="8993631" y="10198962"/>
                </a:lnTo>
                <a:lnTo>
                  <a:pt x="0" y="10198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8855547"/>
            <a:ext cx="5597555" cy="397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5"/>
              </a:lnSpc>
              <a:spcBef>
                <a:spcPct val="0"/>
              </a:spcBef>
            </a:pPr>
            <a:r>
              <a:rPr lang="en-US" sz="234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Sistemas Microinformaticos y Redes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9281718"/>
            <a:ext cx="5597555" cy="397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5"/>
              </a:lnSpc>
              <a:spcBef>
                <a:spcPct val="0"/>
              </a:spcBef>
            </a:pPr>
            <a:r>
              <a:rPr lang="en-US" sz="234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I.E.S El Álamo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16224" y="2994676"/>
            <a:ext cx="1860283" cy="2301381"/>
          </a:xfrm>
          <a:custGeom>
            <a:avLst/>
            <a:gdLst/>
            <a:ahLst/>
            <a:cxnLst/>
            <a:rect r="r" b="b" t="t" l="l"/>
            <a:pathLst>
              <a:path h="2301381" w="1860283">
                <a:moveTo>
                  <a:pt x="0" y="0"/>
                </a:moveTo>
                <a:lnTo>
                  <a:pt x="1860283" y="0"/>
                </a:lnTo>
                <a:lnTo>
                  <a:pt x="1860283" y="2301381"/>
                </a:lnTo>
                <a:lnTo>
                  <a:pt x="0" y="23013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028494" y="-5637029"/>
            <a:ext cx="29816568" cy="23153977"/>
            <a:chOff x="0" y="0"/>
            <a:chExt cx="39755425" cy="30871969"/>
          </a:xfrm>
        </p:grpSpPr>
        <p:sp>
          <p:nvSpPr>
            <p:cNvPr name="Freeform 4" id="4"/>
            <p:cNvSpPr/>
            <p:nvPr/>
          </p:nvSpPr>
          <p:spPr>
            <a:xfrm flipH="false" flipV="false" rot="3888045">
              <a:off x="25054639" y="12230368"/>
              <a:ext cx="11991507" cy="13598616"/>
            </a:xfrm>
            <a:custGeom>
              <a:avLst/>
              <a:gdLst/>
              <a:ahLst/>
              <a:cxnLst/>
              <a:rect r="r" b="b" t="t" l="l"/>
              <a:pathLst>
                <a:path h="13598616" w="11991507">
                  <a:moveTo>
                    <a:pt x="0" y="0"/>
                  </a:moveTo>
                  <a:lnTo>
                    <a:pt x="11991507" y="0"/>
                  </a:lnTo>
                  <a:lnTo>
                    <a:pt x="11991507" y="13598616"/>
                  </a:lnTo>
                  <a:lnTo>
                    <a:pt x="0" y="13598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8000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3888045">
              <a:off x="2709278" y="1520769"/>
              <a:ext cx="11991507" cy="13598616"/>
            </a:xfrm>
            <a:custGeom>
              <a:avLst/>
              <a:gdLst/>
              <a:ahLst/>
              <a:cxnLst/>
              <a:rect r="r" b="b" t="t" l="l"/>
              <a:pathLst>
                <a:path h="13598616" w="11991507">
                  <a:moveTo>
                    <a:pt x="0" y="0"/>
                  </a:moveTo>
                  <a:lnTo>
                    <a:pt x="11991508" y="0"/>
                  </a:lnTo>
                  <a:lnTo>
                    <a:pt x="11991508" y="13598616"/>
                  </a:lnTo>
                  <a:lnTo>
                    <a:pt x="0" y="13598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8000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3888045">
              <a:off x="20119343" y="15752584"/>
              <a:ext cx="11991507" cy="13598616"/>
            </a:xfrm>
            <a:custGeom>
              <a:avLst/>
              <a:gdLst/>
              <a:ahLst/>
              <a:cxnLst/>
              <a:rect r="r" b="b" t="t" l="l"/>
              <a:pathLst>
                <a:path h="13598616" w="11991507">
                  <a:moveTo>
                    <a:pt x="0" y="0"/>
                  </a:moveTo>
                  <a:lnTo>
                    <a:pt x="11991507" y="0"/>
                  </a:lnTo>
                  <a:lnTo>
                    <a:pt x="11991507" y="13598616"/>
                  </a:lnTo>
                  <a:lnTo>
                    <a:pt x="0" y="13598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8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474215" y="3972045"/>
            <a:ext cx="3607838" cy="3607838"/>
          </a:xfrm>
          <a:custGeom>
            <a:avLst/>
            <a:gdLst/>
            <a:ahLst/>
            <a:cxnLst/>
            <a:rect r="r" b="b" t="t" l="l"/>
            <a:pathLst>
              <a:path h="3607838" w="3607838">
                <a:moveTo>
                  <a:pt x="0" y="0"/>
                </a:moveTo>
                <a:lnTo>
                  <a:pt x="3607838" y="0"/>
                </a:lnTo>
                <a:lnTo>
                  <a:pt x="3607838" y="3607837"/>
                </a:lnTo>
                <a:lnTo>
                  <a:pt x="0" y="36078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581950" y="2742277"/>
            <a:ext cx="1721507" cy="1721507"/>
          </a:xfrm>
          <a:custGeom>
            <a:avLst/>
            <a:gdLst/>
            <a:ahLst/>
            <a:cxnLst/>
            <a:rect r="r" b="b" t="t" l="l"/>
            <a:pathLst>
              <a:path h="1721507" w="1721507">
                <a:moveTo>
                  <a:pt x="0" y="0"/>
                </a:moveTo>
                <a:lnTo>
                  <a:pt x="1721506" y="0"/>
                </a:lnTo>
                <a:lnTo>
                  <a:pt x="1721506" y="1721507"/>
                </a:lnTo>
                <a:lnTo>
                  <a:pt x="0" y="17215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176927" y="6177361"/>
            <a:ext cx="4538429" cy="1798353"/>
          </a:xfrm>
          <a:custGeom>
            <a:avLst/>
            <a:gdLst/>
            <a:ahLst/>
            <a:cxnLst/>
            <a:rect r="r" b="b" t="t" l="l"/>
            <a:pathLst>
              <a:path h="1798353" w="4538429">
                <a:moveTo>
                  <a:pt x="0" y="0"/>
                </a:moveTo>
                <a:lnTo>
                  <a:pt x="4538429" y="0"/>
                </a:lnTo>
                <a:lnTo>
                  <a:pt x="4538429" y="1798352"/>
                </a:lnTo>
                <a:lnTo>
                  <a:pt x="0" y="17983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814309" y="3631346"/>
            <a:ext cx="2144618" cy="2144618"/>
          </a:xfrm>
          <a:custGeom>
            <a:avLst/>
            <a:gdLst/>
            <a:ahLst/>
            <a:cxnLst/>
            <a:rect r="r" b="b" t="t" l="l"/>
            <a:pathLst>
              <a:path h="2144618" w="2144618">
                <a:moveTo>
                  <a:pt x="0" y="0"/>
                </a:moveTo>
                <a:lnTo>
                  <a:pt x="2144618" y="0"/>
                </a:lnTo>
                <a:lnTo>
                  <a:pt x="2144618" y="2144618"/>
                </a:lnTo>
                <a:lnTo>
                  <a:pt x="0" y="21446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04706" y="3416396"/>
            <a:ext cx="2094775" cy="2094775"/>
          </a:xfrm>
          <a:custGeom>
            <a:avLst/>
            <a:gdLst/>
            <a:ahLst/>
            <a:cxnLst/>
            <a:rect r="r" b="b" t="t" l="l"/>
            <a:pathLst>
              <a:path h="2094775" w="2094775">
                <a:moveTo>
                  <a:pt x="0" y="0"/>
                </a:moveTo>
                <a:lnTo>
                  <a:pt x="2094776" y="0"/>
                </a:lnTo>
                <a:lnTo>
                  <a:pt x="2094776" y="2094775"/>
                </a:lnTo>
                <a:lnTo>
                  <a:pt x="0" y="20947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55549" y="5775964"/>
            <a:ext cx="2947155" cy="1796614"/>
          </a:xfrm>
          <a:custGeom>
            <a:avLst/>
            <a:gdLst/>
            <a:ahLst/>
            <a:cxnLst/>
            <a:rect r="r" b="b" t="t" l="l"/>
            <a:pathLst>
              <a:path h="1796614" w="2947155">
                <a:moveTo>
                  <a:pt x="0" y="0"/>
                </a:moveTo>
                <a:lnTo>
                  <a:pt x="2947155" y="0"/>
                </a:lnTo>
                <a:lnTo>
                  <a:pt x="2947155" y="1796614"/>
                </a:lnTo>
                <a:lnTo>
                  <a:pt x="0" y="17966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839" t="-45473" r="-10267" b="-54829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807983" y="3753293"/>
            <a:ext cx="6071806" cy="4045341"/>
          </a:xfrm>
          <a:custGeom>
            <a:avLst/>
            <a:gdLst/>
            <a:ahLst/>
            <a:cxnLst/>
            <a:rect r="r" b="b" t="t" l="l"/>
            <a:pathLst>
              <a:path h="4045341" w="6071806">
                <a:moveTo>
                  <a:pt x="0" y="0"/>
                </a:moveTo>
                <a:lnTo>
                  <a:pt x="6071807" y="0"/>
                </a:lnTo>
                <a:lnTo>
                  <a:pt x="6071807" y="4045341"/>
                </a:lnTo>
                <a:lnTo>
                  <a:pt x="0" y="404534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013832" y="3993"/>
            <a:ext cx="12260337" cy="1024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70"/>
              </a:lnSpc>
              <a:spcBef>
                <a:spcPct val="0"/>
              </a:spcBef>
            </a:pPr>
            <a:r>
              <a:rPr lang="en-US" sz="5407">
                <a:solidFill>
                  <a:srgbClr val="FFFFFF"/>
                </a:solidFill>
                <a:latin typeface="Copperplate Gothic 32 AB Bold"/>
                <a:ea typeface="Copperplate Gothic 32 AB Bold"/>
                <a:cs typeface="Copperplate Gothic 32 AB Bold"/>
                <a:sym typeface="Copperplate Gothic 32 AB Bold"/>
              </a:rPr>
              <a:t>Los Presentadores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-2383803" y="1688515"/>
            <a:ext cx="12260337" cy="1024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70"/>
              </a:lnSpc>
              <a:spcBef>
                <a:spcPct val="0"/>
              </a:spcBef>
            </a:pPr>
            <a:r>
              <a:rPr lang="en-US" sz="5407">
                <a:solidFill>
                  <a:srgbClr val="FFFFFF"/>
                </a:solidFill>
                <a:latin typeface="Copperplate Gothic 32 AB Bold"/>
                <a:ea typeface="Copperplate Gothic 32 AB Bold"/>
                <a:cs typeface="Copperplate Gothic 32 AB Bold"/>
                <a:sym typeface="Copperplate Gothic 32 AB Bold"/>
              </a:rPr>
              <a:t>Gabriel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664856" y="1688515"/>
            <a:ext cx="12260337" cy="1024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70"/>
              </a:lnSpc>
              <a:spcBef>
                <a:spcPct val="0"/>
              </a:spcBef>
            </a:pPr>
            <a:r>
              <a:rPr lang="en-US" sz="5407">
                <a:solidFill>
                  <a:srgbClr val="FFFFFF"/>
                </a:solidFill>
                <a:latin typeface="Copperplate Gothic 32 AB Bold"/>
                <a:ea typeface="Copperplate Gothic 32 AB Bold"/>
                <a:cs typeface="Copperplate Gothic 32 AB Bold"/>
                <a:sym typeface="Copperplate Gothic 32 AB Bold"/>
              </a:rPr>
              <a:t>Miguel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-2227464" y="7379857"/>
            <a:ext cx="12260337" cy="991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90"/>
              </a:lnSpc>
              <a:spcBef>
                <a:spcPct val="0"/>
              </a:spcBef>
            </a:pPr>
            <a:r>
              <a:rPr lang="en-US" sz="5207">
                <a:solidFill>
                  <a:srgbClr val="FFFFFF"/>
                </a:solidFill>
                <a:latin typeface="Copperplate Gothic 32 AB Bold"/>
                <a:ea typeface="Copperplate Gothic 32 AB Bold"/>
                <a:cs typeface="Copperplate Gothic 32 AB Bold"/>
                <a:sym typeface="Copperplate Gothic 32 AB Bold"/>
              </a:rPr>
              <a:t>Diseñador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64856" y="7379857"/>
            <a:ext cx="12260337" cy="991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90"/>
              </a:lnSpc>
              <a:spcBef>
                <a:spcPct val="0"/>
              </a:spcBef>
            </a:pPr>
            <a:r>
              <a:rPr lang="en-US" sz="5207">
                <a:solidFill>
                  <a:srgbClr val="FFFFFF"/>
                </a:solidFill>
                <a:latin typeface="Copperplate Gothic 32 AB Bold"/>
                <a:ea typeface="Copperplate Gothic 32 AB Bold"/>
                <a:cs typeface="Copperplate Gothic 32 AB Bold"/>
                <a:sym typeface="Copperplate Gothic 32 AB Bold"/>
              </a:rPr>
              <a:t>Programador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888045">
            <a:off x="9061013" y="6177409"/>
            <a:ext cx="8993630" cy="10198962"/>
          </a:xfrm>
          <a:custGeom>
            <a:avLst/>
            <a:gdLst/>
            <a:ahLst/>
            <a:cxnLst/>
            <a:rect r="r" b="b" t="t" l="l"/>
            <a:pathLst>
              <a:path h="10198962" w="8993630">
                <a:moveTo>
                  <a:pt x="0" y="0"/>
                </a:moveTo>
                <a:lnTo>
                  <a:pt x="8993630" y="0"/>
                </a:lnTo>
                <a:lnTo>
                  <a:pt x="8993630" y="10198962"/>
                </a:lnTo>
                <a:lnTo>
                  <a:pt x="0" y="10198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888045">
            <a:off x="-3996536" y="-4496452"/>
            <a:ext cx="8993630" cy="10198962"/>
          </a:xfrm>
          <a:custGeom>
            <a:avLst/>
            <a:gdLst/>
            <a:ahLst/>
            <a:cxnLst/>
            <a:rect r="r" b="b" t="t" l="l"/>
            <a:pathLst>
              <a:path h="10198962" w="8993630">
                <a:moveTo>
                  <a:pt x="0" y="0"/>
                </a:moveTo>
                <a:lnTo>
                  <a:pt x="8993631" y="0"/>
                </a:lnTo>
                <a:lnTo>
                  <a:pt x="8993631" y="10198962"/>
                </a:lnTo>
                <a:lnTo>
                  <a:pt x="0" y="10198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888045">
            <a:off x="12762485" y="3535747"/>
            <a:ext cx="8993630" cy="10198962"/>
          </a:xfrm>
          <a:custGeom>
            <a:avLst/>
            <a:gdLst/>
            <a:ahLst/>
            <a:cxnLst/>
            <a:rect r="r" b="b" t="t" l="l"/>
            <a:pathLst>
              <a:path h="10198962" w="8993630">
                <a:moveTo>
                  <a:pt x="0" y="0"/>
                </a:moveTo>
                <a:lnTo>
                  <a:pt x="8993630" y="0"/>
                </a:lnTo>
                <a:lnTo>
                  <a:pt x="8993630" y="10198962"/>
                </a:lnTo>
                <a:lnTo>
                  <a:pt x="0" y="10198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013832" y="3993"/>
            <a:ext cx="12260337" cy="1024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70"/>
              </a:lnSpc>
              <a:spcBef>
                <a:spcPct val="0"/>
              </a:spcBef>
            </a:pPr>
            <a:r>
              <a:rPr lang="en-US" sz="5407">
                <a:solidFill>
                  <a:srgbClr val="FFFFFF"/>
                </a:solidFill>
                <a:latin typeface="Copperplate Gothic 32 AB Bold"/>
                <a:ea typeface="Copperplate Gothic 32 AB Bold"/>
                <a:cs typeface="Copperplate Gothic 32 AB Bold"/>
                <a:sym typeface="Copperplate Gothic 32 AB Bold"/>
              </a:rPr>
              <a:t>Introducción al proyecto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888045">
            <a:off x="9061013" y="6177409"/>
            <a:ext cx="8993630" cy="10198962"/>
          </a:xfrm>
          <a:custGeom>
            <a:avLst/>
            <a:gdLst/>
            <a:ahLst/>
            <a:cxnLst/>
            <a:rect r="r" b="b" t="t" l="l"/>
            <a:pathLst>
              <a:path h="10198962" w="8993630">
                <a:moveTo>
                  <a:pt x="0" y="0"/>
                </a:moveTo>
                <a:lnTo>
                  <a:pt x="8993630" y="0"/>
                </a:lnTo>
                <a:lnTo>
                  <a:pt x="8993630" y="10198962"/>
                </a:lnTo>
                <a:lnTo>
                  <a:pt x="0" y="10198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888045">
            <a:off x="-3996536" y="-4496452"/>
            <a:ext cx="8993630" cy="10198962"/>
          </a:xfrm>
          <a:custGeom>
            <a:avLst/>
            <a:gdLst/>
            <a:ahLst/>
            <a:cxnLst/>
            <a:rect r="r" b="b" t="t" l="l"/>
            <a:pathLst>
              <a:path h="10198962" w="8993630">
                <a:moveTo>
                  <a:pt x="0" y="0"/>
                </a:moveTo>
                <a:lnTo>
                  <a:pt x="8993631" y="0"/>
                </a:lnTo>
                <a:lnTo>
                  <a:pt x="8993631" y="10198962"/>
                </a:lnTo>
                <a:lnTo>
                  <a:pt x="0" y="10198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888045">
            <a:off x="12762485" y="3535747"/>
            <a:ext cx="8993630" cy="10198962"/>
          </a:xfrm>
          <a:custGeom>
            <a:avLst/>
            <a:gdLst/>
            <a:ahLst/>
            <a:cxnLst/>
            <a:rect r="r" b="b" t="t" l="l"/>
            <a:pathLst>
              <a:path h="10198962" w="8993630">
                <a:moveTo>
                  <a:pt x="0" y="0"/>
                </a:moveTo>
                <a:lnTo>
                  <a:pt x="8993630" y="0"/>
                </a:lnTo>
                <a:lnTo>
                  <a:pt x="8993630" y="10198962"/>
                </a:lnTo>
                <a:lnTo>
                  <a:pt x="0" y="10198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013832" y="3993"/>
            <a:ext cx="12260337" cy="1024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70"/>
              </a:lnSpc>
              <a:spcBef>
                <a:spcPct val="0"/>
              </a:spcBef>
            </a:pPr>
            <a:r>
              <a:rPr lang="en-US" sz="5407">
                <a:solidFill>
                  <a:srgbClr val="FFFFFF"/>
                </a:solidFill>
                <a:latin typeface="Copperplate Gothic 32 AB Bold"/>
                <a:ea typeface="Copperplate Gothic 32 AB Bold"/>
                <a:cs typeface="Copperplate Gothic 32 AB Bold"/>
                <a:sym typeface="Copperplate Gothic 32 AB Bold"/>
              </a:rPr>
              <a:t>Modulos involucrados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888045">
            <a:off x="9061013" y="6177409"/>
            <a:ext cx="8993630" cy="10198962"/>
          </a:xfrm>
          <a:custGeom>
            <a:avLst/>
            <a:gdLst/>
            <a:ahLst/>
            <a:cxnLst/>
            <a:rect r="r" b="b" t="t" l="l"/>
            <a:pathLst>
              <a:path h="10198962" w="8993630">
                <a:moveTo>
                  <a:pt x="0" y="0"/>
                </a:moveTo>
                <a:lnTo>
                  <a:pt x="8993630" y="0"/>
                </a:lnTo>
                <a:lnTo>
                  <a:pt x="8993630" y="10198962"/>
                </a:lnTo>
                <a:lnTo>
                  <a:pt x="0" y="10198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888045">
            <a:off x="-3996536" y="-4496452"/>
            <a:ext cx="8993630" cy="10198962"/>
          </a:xfrm>
          <a:custGeom>
            <a:avLst/>
            <a:gdLst/>
            <a:ahLst/>
            <a:cxnLst/>
            <a:rect r="r" b="b" t="t" l="l"/>
            <a:pathLst>
              <a:path h="10198962" w="8993630">
                <a:moveTo>
                  <a:pt x="0" y="0"/>
                </a:moveTo>
                <a:lnTo>
                  <a:pt x="8993631" y="0"/>
                </a:lnTo>
                <a:lnTo>
                  <a:pt x="8993631" y="10198962"/>
                </a:lnTo>
                <a:lnTo>
                  <a:pt x="0" y="10198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888045">
            <a:off x="12762485" y="3535747"/>
            <a:ext cx="8993630" cy="10198962"/>
          </a:xfrm>
          <a:custGeom>
            <a:avLst/>
            <a:gdLst/>
            <a:ahLst/>
            <a:cxnLst/>
            <a:rect r="r" b="b" t="t" l="l"/>
            <a:pathLst>
              <a:path h="10198962" w="8993630">
                <a:moveTo>
                  <a:pt x="0" y="0"/>
                </a:moveTo>
                <a:lnTo>
                  <a:pt x="8993630" y="0"/>
                </a:lnTo>
                <a:lnTo>
                  <a:pt x="8993630" y="10198962"/>
                </a:lnTo>
                <a:lnTo>
                  <a:pt x="0" y="10198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628550" y="2304385"/>
            <a:ext cx="1198655" cy="1224638"/>
          </a:xfrm>
          <a:custGeom>
            <a:avLst/>
            <a:gdLst/>
            <a:ahLst/>
            <a:cxnLst/>
            <a:rect r="r" b="b" t="t" l="l"/>
            <a:pathLst>
              <a:path h="1224638" w="1198655">
                <a:moveTo>
                  <a:pt x="0" y="0"/>
                </a:moveTo>
                <a:lnTo>
                  <a:pt x="1198655" y="0"/>
                </a:lnTo>
                <a:lnTo>
                  <a:pt x="1198655" y="1224637"/>
                </a:lnTo>
                <a:lnTo>
                  <a:pt x="0" y="12246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556" t="-5354" r="-39203" b="-6569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576845" y="2118604"/>
            <a:ext cx="5388583" cy="2673242"/>
          </a:xfrm>
          <a:custGeom>
            <a:avLst/>
            <a:gdLst/>
            <a:ahLst/>
            <a:cxnLst/>
            <a:rect r="r" b="b" t="t" l="l"/>
            <a:pathLst>
              <a:path h="2673242" w="5388583">
                <a:moveTo>
                  <a:pt x="0" y="0"/>
                </a:moveTo>
                <a:lnTo>
                  <a:pt x="5388583" y="0"/>
                </a:lnTo>
                <a:lnTo>
                  <a:pt x="5388583" y="2673243"/>
                </a:lnTo>
                <a:lnTo>
                  <a:pt x="0" y="26732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297122" y="2293493"/>
            <a:ext cx="2094775" cy="1161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9"/>
              </a:lnSpc>
            </a:pPr>
            <a:r>
              <a:rPr lang="en-US" sz="6757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PISKEL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26614" y="233972"/>
            <a:ext cx="11794620" cy="1284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41"/>
              </a:lnSpc>
            </a:pPr>
            <a:r>
              <a:rPr lang="en-US" sz="752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Dise</a:t>
            </a:r>
            <a:r>
              <a:rPr lang="en-US" b="true" sz="752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ño gráfico y assets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3336" y="4524903"/>
            <a:ext cx="9228438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  <a:r>
              <a:rPr lang="en-US" sz="33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L</a:t>
            </a:r>
            <a:r>
              <a:rPr lang="en-US" sz="33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 herramienta a utilizar ha sido PISKEL por experiencia es la herramienta más fácil de entender  que he utilizado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888045">
            <a:off x="9061013" y="6177409"/>
            <a:ext cx="8993630" cy="10198962"/>
          </a:xfrm>
          <a:custGeom>
            <a:avLst/>
            <a:gdLst/>
            <a:ahLst/>
            <a:cxnLst/>
            <a:rect r="r" b="b" t="t" l="l"/>
            <a:pathLst>
              <a:path h="10198962" w="8993630">
                <a:moveTo>
                  <a:pt x="0" y="0"/>
                </a:moveTo>
                <a:lnTo>
                  <a:pt x="8993630" y="0"/>
                </a:lnTo>
                <a:lnTo>
                  <a:pt x="8993630" y="10198962"/>
                </a:lnTo>
                <a:lnTo>
                  <a:pt x="0" y="10198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888045">
            <a:off x="-3996536" y="-4496452"/>
            <a:ext cx="8993630" cy="10198962"/>
          </a:xfrm>
          <a:custGeom>
            <a:avLst/>
            <a:gdLst/>
            <a:ahLst/>
            <a:cxnLst/>
            <a:rect r="r" b="b" t="t" l="l"/>
            <a:pathLst>
              <a:path h="10198962" w="8993630">
                <a:moveTo>
                  <a:pt x="0" y="0"/>
                </a:moveTo>
                <a:lnTo>
                  <a:pt x="8993631" y="0"/>
                </a:lnTo>
                <a:lnTo>
                  <a:pt x="8993631" y="10198962"/>
                </a:lnTo>
                <a:lnTo>
                  <a:pt x="0" y="10198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888045">
            <a:off x="12762485" y="3535747"/>
            <a:ext cx="8993630" cy="10198962"/>
          </a:xfrm>
          <a:custGeom>
            <a:avLst/>
            <a:gdLst/>
            <a:ahLst/>
            <a:cxnLst/>
            <a:rect r="r" b="b" t="t" l="l"/>
            <a:pathLst>
              <a:path h="10198962" w="8993630">
                <a:moveTo>
                  <a:pt x="0" y="0"/>
                </a:moveTo>
                <a:lnTo>
                  <a:pt x="8993630" y="0"/>
                </a:lnTo>
                <a:lnTo>
                  <a:pt x="8993630" y="10198962"/>
                </a:lnTo>
                <a:lnTo>
                  <a:pt x="0" y="10198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888045">
            <a:off x="9061013" y="6177409"/>
            <a:ext cx="8993630" cy="10198962"/>
          </a:xfrm>
          <a:custGeom>
            <a:avLst/>
            <a:gdLst/>
            <a:ahLst/>
            <a:cxnLst/>
            <a:rect r="r" b="b" t="t" l="l"/>
            <a:pathLst>
              <a:path h="10198962" w="8993630">
                <a:moveTo>
                  <a:pt x="0" y="0"/>
                </a:moveTo>
                <a:lnTo>
                  <a:pt x="8993630" y="0"/>
                </a:lnTo>
                <a:lnTo>
                  <a:pt x="8993630" y="10198962"/>
                </a:lnTo>
                <a:lnTo>
                  <a:pt x="0" y="10198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888045">
            <a:off x="-3996536" y="-4496452"/>
            <a:ext cx="8993630" cy="10198962"/>
          </a:xfrm>
          <a:custGeom>
            <a:avLst/>
            <a:gdLst/>
            <a:ahLst/>
            <a:cxnLst/>
            <a:rect r="r" b="b" t="t" l="l"/>
            <a:pathLst>
              <a:path h="10198962" w="8993630">
                <a:moveTo>
                  <a:pt x="0" y="0"/>
                </a:moveTo>
                <a:lnTo>
                  <a:pt x="8993631" y="0"/>
                </a:lnTo>
                <a:lnTo>
                  <a:pt x="8993631" y="10198962"/>
                </a:lnTo>
                <a:lnTo>
                  <a:pt x="0" y="10198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888045">
            <a:off x="12762485" y="3535747"/>
            <a:ext cx="8993630" cy="10198962"/>
          </a:xfrm>
          <a:custGeom>
            <a:avLst/>
            <a:gdLst/>
            <a:ahLst/>
            <a:cxnLst/>
            <a:rect r="r" b="b" t="t" l="l"/>
            <a:pathLst>
              <a:path h="10198962" w="8993630">
                <a:moveTo>
                  <a:pt x="0" y="0"/>
                </a:moveTo>
                <a:lnTo>
                  <a:pt x="8993630" y="0"/>
                </a:lnTo>
                <a:lnTo>
                  <a:pt x="8993630" y="10198962"/>
                </a:lnTo>
                <a:lnTo>
                  <a:pt x="0" y="10198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0" b="0"/>
            </a:stretch>
          </a:blipFill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4779898" y="2235004"/>
            <a:ext cx="1430994" cy="1951355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2842331" y="2235004"/>
            <a:ext cx="1430994" cy="1951355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12842331" y="4776910"/>
            <a:ext cx="1506543" cy="2054377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14779898" y="4776910"/>
            <a:ext cx="1430994" cy="1951355"/>
          </a:xfrm>
          <a:prstGeom prst="rect">
            <a:avLst/>
          </a:prstGeom>
        </p:spPr>
      </p:pic>
      <p:sp>
        <p:nvSpPr>
          <p:cNvPr name="Freeform 9" id="9"/>
          <p:cNvSpPr/>
          <p:nvPr/>
        </p:nvSpPr>
        <p:spPr>
          <a:xfrm flipH="false" flipV="false" rot="0">
            <a:off x="4111534" y="2265063"/>
            <a:ext cx="1268064" cy="1342656"/>
          </a:xfrm>
          <a:custGeom>
            <a:avLst/>
            <a:gdLst/>
            <a:ahLst/>
            <a:cxnLst/>
            <a:rect r="r" b="b" t="t" l="l"/>
            <a:pathLst>
              <a:path h="1342656" w="1268064">
                <a:moveTo>
                  <a:pt x="0" y="0"/>
                </a:moveTo>
                <a:lnTo>
                  <a:pt x="1268063" y="0"/>
                </a:lnTo>
                <a:lnTo>
                  <a:pt x="1268063" y="1342656"/>
                </a:lnTo>
                <a:lnTo>
                  <a:pt x="0" y="13426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975621" y="2235004"/>
            <a:ext cx="1372715" cy="1372715"/>
          </a:xfrm>
          <a:custGeom>
            <a:avLst/>
            <a:gdLst/>
            <a:ahLst/>
            <a:cxnLst/>
            <a:rect r="r" b="b" t="t" l="l"/>
            <a:pathLst>
              <a:path h="1372715" w="1372715">
                <a:moveTo>
                  <a:pt x="0" y="0"/>
                </a:moveTo>
                <a:lnTo>
                  <a:pt x="1372714" y="0"/>
                </a:lnTo>
                <a:lnTo>
                  <a:pt x="1372714" y="1372715"/>
                </a:lnTo>
                <a:lnTo>
                  <a:pt x="0" y="137271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013119" y="3808283"/>
            <a:ext cx="1335217" cy="1335217"/>
          </a:xfrm>
          <a:custGeom>
            <a:avLst/>
            <a:gdLst/>
            <a:ahLst/>
            <a:cxnLst/>
            <a:rect r="r" b="b" t="t" l="l"/>
            <a:pathLst>
              <a:path h="1335217" w="1335217">
                <a:moveTo>
                  <a:pt x="0" y="0"/>
                </a:moveTo>
                <a:lnTo>
                  <a:pt x="1335216" y="0"/>
                </a:lnTo>
                <a:lnTo>
                  <a:pt x="1335216" y="1335217"/>
                </a:lnTo>
                <a:lnTo>
                  <a:pt x="0" y="13352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111534" y="3808283"/>
            <a:ext cx="1268064" cy="1268064"/>
          </a:xfrm>
          <a:custGeom>
            <a:avLst/>
            <a:gdLst/>
            <a:ahLst/>
            <a:cxnLst/>
            <a:rect r="r" b="b" t="t" l="l"/>
            <a:pathLst>
              <a:path h="1268064" w="1268064">
                <a:moveTo>
                  <a:pt x="0" y="0"/>
                </a:moveTo>
                <a:lnTo>
                  <a:pt x="1268063" y="0"/>
                </a:lnTo>
                <a:lnTo>
                  <a:pt x="1268063" y="1268064"/>
                </a:lnTo>
                <a:lnTo>
                  <a:pt x="0" y="126806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013119" y="5343525"/>
            <a:ext cx="1335217" cy="1147249"/>
          </a:xfrm>
          <a:custGeom>
            <a:avLst/>
            <a:gdLst/>
            <a:ahLst/>
            <a:cxnLst/>
            <a:rect r="r" b="b" t="t" l="l"/>
            <a:pathLst>
              <a:path h="1147249" w="1335217">
                <a:moveTo>
                  <a:pt x="0" y="0"/>
                </a:moveTo>
                <a:lnTo>
                  <a:pt x="1335216" y="0"/>
                </a:lnTo>
                <a:lnTo>
                  <a:pt x="1335216" y="1147249"/>
                </a:lnTo>
                <a:lnTo>
                  <a:pt x="0" y="11472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pic>
        <p:nvPicPr>
          <p:cNvPr name="Picture 14" id="14">
            <a:hlinkClick action="ppaction://media"/>
          </p:cNvPr>
          <p:cNvPicPr>
            <a:picLocks noChangeAspect="true"/>
          </p:cNvPicPr>
          <p:nvPr>
            <a:vide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4111534" y="5276372"/>
            <a:ext cx="1271021" cy="1271021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rcRect l="0" t="0" r="0" b="0"/>
          <a:stretch>
            <a:fillRect/>
          </a:stretch>
        </p:blipFill>
        <p:spPr>
          <a:xfrm flipH="false" flipV="false" rot="0">
            <a:off x="2132135" y="6728265"/>
            <a:ext cx="1097184" cy="1097184"/>
          </a:xfrm>
          <a:prstGeom prst="rect">
            <a:avLst/>
          </a:prstGeom>
        </p:spPr>
      </p:pic>
      <p:sp>
        <p:nvSpPr>
          <p:cNvPr name="Freeform 16" id="16"/>
          <p:cNvSpPr/>
          <p:nvPr/>
        </p:nvSpPr>
        <p:spPr>
          <a:xfrm flipH="false" flipV="false" rot="0">
            <a:off x="6755878" y="2186525"/>
            <a:ext cx="4616476" cy="2308238"/>
          </a:xfrm>
          <a:custGeom>
            <a:avLst/>
            <a:gdLst/>
            <a:ahLst/>
            <a:cxnLst/>
            <a:rect r="r" b="b" t="t" l="l"/>
            <a:pathLst>
              <a:path h="2308238" w="4616476">
                <a:moveTo>
                  <a:pt x="0" y="0"/>
                </a:moveTo>
                <a:lnTo>
                  <a:pt x="4616477" y="0"/>
                </a:lnTo>
                <a:lnTo>
                  <a:pt x="4616477" y="2308238"/>
                </a:lnTo>
                <a:lnTo>
                  <a:pt x="0" y="230823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rcRect l="0" t="0" r="0" b="0"/>
          <a:stretch>
            <a:fillRect/>
          </a:stretch>
        </p:blipFill>
        <p:spPr>
          <a:xfrm flipH="false" flipV="false" rot="0">
            <a:off x="13810342" y="7071754"/>
            <a:ext cx="1506543" cy="2054377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3297905" y="1064064"/>
            <a:ext cx="253141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PERSONAJES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885339" y="1064064"/>
            <a:ext cx="122619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ITEMS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891760" y="1064064"/>
            <a:ext cx="250448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IA (ChatGPT)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888045">
            <a:off x="9061013" y="6177409"/>
            <a:ext cx="8993630" cy="10198962"/>
          </a:xfrm>
          <a:custGeom>
            <a:avLst/>
            <a:gdLst/>
            <a:ahLst/>
            <a:cxnLst/>
            <a:rect r="r" b="b" t="t" l="l"/>
            <a:pathLst>
              <a:path h="10198962" w="8993630">
                <a:moveTo>
                  <a:pt x="0" y="0"/>
                </a:moveTo>
                <a:lnTo>
                  <a:pt x="8993630" y="0"/>
                </a:lnTo>
                <a:lnTo>
                  <a:pt x="8993630" y="10198962"/>
                </a:lnTo>
                <a:lnTo>
                  <a:pt x="0" y="10198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888045">
            <a:off x="-3996536" y="-4496452"/>
            <a:ext cx="8993630" cy="10198962"/>
          </a:xfrm>
          <a:custGeom>
            <a:avLst/>
            <a:gdLst/>
            <a:ahLst/>
            <a:cxnLst/>
            <a:rect r="r" b="b" t="t" l="l"/>
            <a:pathLst>
              <a:path h="10198962" w="8993630">
                <a:moveTo>
                  <a:pt x="0" y="0"/>
                </a:moveTo>
                <a:lnTo>
                  <a:pt x="8993631" y="0"/>
                </a:lnTo>
                <a:lnTo>
                  <a:pt x="8993631" y="10198962"/>
                </a:lnTo>
                <a:lnTo>
                  <a:pt x="0" y="10198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888045">
            <a:off x="12762485" y="3535747"/>
            <a:ext cx="8993630" cy="10198962"/>
          </a:xfrm>
          <a:custGeom>
            <a:avLst/>
            <a:gdLst/>
            <a:ahLst/>
            <a:cxnLst/>
            <a:rect r="r" b="b" t="t" l="l"/>
            <a:pathLst>
              <a:path h="10198962" w="8993630">
                <a:moveTo>
                  <a:pt x="0" y="0"/>
                </a:moveTo>
                <a:lnTo>
                  <a:pt x="8993630" y="0"/>
                </a:lnTo>
                <a:lnTo>
                  <a:pt x="8993630" y="10198962"/>
                </a:lnTo>
                <a:lnTo>
                  <a:pt x="0" y="10198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291696" y="1888228"/>
            <a:ext cx="3784971" cy="2703551"/>
          </a:xfrm>
          <a:custGeom>
            <a:avLst/>
            <a:gdLst/>
            <a:ahLst/>
            <a:cxnLst/>
            <a:rect r="r" b="b" t="t" l="l"/>
            <a:pathLst>
              <a:path h="2703551" w="3784971">
                <a:moveTo>
                  <a:pt x="0" y="0"/>
                </a:moveTo>
                <a:lnTo>
                  <a:pt x="3784971" y="0"/>
                </a:lnTo>
                <a:lnTo>
                  <a:pt x="3784971" y="2703551"/>
                </a:lnTo>
                <a:lnTo>
                  <a:pt x="0" y="27035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6586730" y="1748818"/>
            <a:ext cx="2816683" cy="2982370"/>
          </a:xfrm>
          <a:prstGeom prst="rect">
            <a:avLst/>
          </a:prstGeom>
        </p:spPr>
      </p:pic>
      <p:sp>
        <p:nvSpPr>
          <p:cNvPr name="Freeform 7" id="7"/>
          <p:cNvSpPr/>
          <p:nvPr/>
        </p:nvSpPr>
        <p:spPr>
          <a:xfrm flipH="false" flipV="false" rot="0">
            <a:off x="14901927" y="1748818"/>
            <a:ext cx="1937989" cy="2735984"/>
          </a:xfrm>
          <a:custGeom>
            <a:avLst/>
            <a:gdLst/>
            <a:ahLst/>
            <a:cxnLst/>
            <a:rect r="r" b="b" t="t" l="l"/>
            <a:pathLst>
              <a:path h="2735984" w="1937989">
                <a:moveTo>
                  <a:pt x="0" y="0"/>
                </a:moveTo>
                <a:lnTo>
                  <a:pt x="1937989" y="0"/>
                </a:lnTo>
                <a:lnTo>
                  <a:pt x="1937989" y="2735984"/>
                </a:lnTo>
                <a:lnTo>
                  <a:pt x="0" y="27359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267330" y="1816695"/>
            <a:ext cx="3117812" cy="2600230"/>
          </a:xfrm>
          <a:custGeom>
            <a:avLst/>
            <a:gdLst/>
            <a:ahLst/>
            <a:cxnLst/>
            <a:rect r="r" b="b" t="t" l="l"/>
            <a:pathLst>
              <a:path h="2600230" w="3117812">
                <a:moveTo>
                  <a:pt x="0" y="0"/>
                </a:moveTo>
                <a:lnTo>
                  <a:pt x="3117812" y="0"/>
                </a:lnTo>
                <a:lnTo>
                  <a:pt x="3117812" y="2600230"/>
                </a:lnTo>
                <a:lnTo>
                  <a:pt x="0" y="26002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988992" y="705167"/>
            <a:ext cx="227022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PROBLEMA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1255" y="5166867"/>
            <a:ext cx="7172745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 intentar exporta una animacion que contiene demaciados colores diferente se produce un error lo cual no favorece al GIF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54540" y="962025"/>
            <a:ext cx="216634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SOLUCION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29164" y="5166867"/>
            <a:ext cx="7172745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 el código no es necesario un GIF así que lo que he hecho ha sido descárgala como PNG y se muestra imagen por imagen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888045">
            <a:off x="9061013" y="6177409"/>
            <a:ext cx="8993630" cy="10198962"/>
          </a:xfrm>
          <a:custGeom>
            <a:avLst/>
            <a:gdLst/>
            <a:ahLst/>
            <a:cxnLst/>
            <a:rect r="r" b="b" t="t" l="l"/>
            <a:pathLst>
              <a:path h="10198962" w="8993630">
                <a:moveTo>
                  <a:pt x="0" y="0"/>
                </a:moveTo>
                <a:lnTo>
                  <a:pt x="8993630" y="0"/>
                </a:lnTo>
                <a:lnTo>
                  <a:pt x="8993630" y="10198962"/>
                </a:lnTo>
                <a:lnTo>
                  <a:pt x="0" y="10198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888045">
            <a:off x="-3996536" y="-4496452"/>
            <a:ext cx="8993630" cy="10198962"/>
          </a:xfrm>
          <a:custGeom>
            <a:avLst/>
            <a:gdLst/>
            <a:ahLst/>
            <a:cxnLst/>
            <a:rect r="r" b="b" t="t" l="l"/>
            <a:pathLst>
              <a:path h="10198962" w="8993630">
                <a:moveTo>
                  <a:pt x="0" y="0"/>
                </a:moveTo>
                <a:lnTo>
                  <a:pt x="8993631" y="0"/>
                </a:lnTo>
                <a:lnTo>
                  <a:pt x="8993631" y="10198962"/>
                </a:lnTo>
                <a:lnTo>
                  <a:pt x="0" y="10198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888045">
            <a:off x="12762485" y="3535747"/>
            <a:ext cx="8993630" cy="10198962"/>
          </a:xfrm>
          <a:custGeom>
            <a:avLst/>
            <a:gdLst/>
            <a:ahLst/>
            <a:cxnLst/>
            <a:rect r="r" b="b" t="t" l="l"/>
            <a:pathLst>
              <a:path h="10198962" w="8993630">
                <a:moveTo>
                  <a:pt x="0" y="0"/>
                </a:moveTo>
                <a:lnTo>
                  <a:pt x="8993630" y="0"/>
                </a:lnTo>
                <a:lnTo>
                  <a:pt x="8993630" y="10198962"/>
                </a:lnTo>
                <a:lnTo>
                  <a:pt x="0" y="10198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888045">
            <a:off x="9061013" y="6177409"/>
            <a:ext cx="8993630" cy="10198962"/>
          </a:xfrm>
          <a:custGeom>
            <a:avLst/>
            <a:gdLst/>
            <a:ahLst/>
            <a:cxnLst/>
            <a:rect r="r" b="b" t="t" l="l"/>
            <a:pathLst>
              <a:path h="10198962" w="8993630">
                <a:moveTo>
                  <a:pt x="0" y="0"/>
                </a:moveTo>
                <a:lnTo>
                  <a:pt x="8993630" y="0"/>
                </a:lnTo>
                <a:lnTo>
                  <a:pt x="8993630" y="10198962"/>
                </a:lnTo>
                <a:lnTo>
                  <a:pt x="0" y="10198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888045">
            <a:off x="-3996536" y="-4496452"/>
            <a:ext cx="8993630" cy="10198962"/>
          </a:xfrm>
          <a:custGeom>
            <a:avLst/>
            <a:gdLst/>
            <a:ahLst/>
            <a:cxnLst/>
            <a:rect r="r" b="b" t="t" l="l"/>
            <a:pathLst>
              <a:path h="10198962" w="8993630">
                <a:moveTo>
                  <a:pt x="0" y="0"/>
                </a:moveTo>
                <a:lnTo>
                  <a:pt x="8993631" y="0"/>
                </a:lnTo>
                <a:lnTo>
                  <a:pt x="8993631" y="10198962"/>
                </a:lnTo>
                <a:lnTo>
                  <a:pt x="0" y="10198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888045">
            <a:off x="12762485" y="3535747"/>
            <a:ext cx="8993630" cy="10198962"/>
          </a:xfrm>
          <a:custGeom>
            <a:avLst/>
            <a:gdLst/>
            <a:ahLst/>
            <a:cxnLst/>
            <a:rect r="r" b="b" t="t" l="l"/>
            <a:pathLst>
              <a:path h="10198962" w="8993630">
                <a:moveTo>
                  <a:pt x="0" y="0"/>
                </a:moveTo>
                <a:lnTo>
                  <a:pt x="8993630" y="0"/>
                </a:lnTo>
                <a:lnTo>
                  <a:pt x="8993630" y="10198962"/>
                </a:lnTo>
                <a:lnTo>
                  <a:pt x="0" y="10198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888045">
            <a:off x="9061013" y="6177409"/>
            <a:ext cx="8993630" cy="10198962"/>
          </a:xfrm>
          <a:custGeom>
            <a:avLst/>
            <a:gdLst/>
            <a:ahLst/>
            <a:cxnLst/>
            <a:rect r="r" b="b" t="t" l="l"/>
            <a:pathLst>
              <a:path h="10198962" w="8993630">
                <a:moveTo>
                  <a:pt x="0" y="0"/>
                </a:moveTo>
                <a:lnTo>
                  <a:pt x="8993630" y="0"/>
                </a:lnTo>
                <a:lnTo>
                  <a:pt x="8993630" y="10198962"/>
                </a:lnTo>
                <a:lnTo>
                  <a:pt x="0" y="10198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888045">
            <a:off x="-3996536" y="-4496452"/>
            <a:ext cx="8993630" cy="10198962"/>
          </a:xfrm>
          <a:custGeom>
            <a:avLst/>
            <a:gdLst/>
            <a:ahLst/>
            <a:cxnLst/>
            <a:rect r="r" b="b" t="t" l="l"/>
            <a:pathLst>
              <a:path h="10198962" w="8993630">
                <a:moveTo>
                  <a:pt x="0" y="0"/>
                </a:moveTo>
                <a:lnTo>
                  <a:pt x="8993631" y="0"/>
                </a:lnTo>
                <a:lnTo>
                  <a:pt x="8993631" y="10198962"/>
                </a:lnTo>
                <a:lnTo>
                  <a:pt x="0" y="10198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888045">
            <a:off x="12762485" y="3535747"/>
            <a:ext cx="8993630" cy="10198962"/>
          </a:xfrm>
          <a:custGeom>
            <a:avLst/>
            <a:gdLst/>
            <a:ahLst/>
            <a:cxnLst/>
            <a:rect r="r" b="b" t="t" l="l"/>
            <a:pathLst>
              <a:path h="10198962" w="8993630">
                <a:moveTo>
                  <a:pt x="0" y="0"/>
                </a:moveTo>
                <a:lnTo>
                  <a:pt x="8993630" y="0"/>
                </a:lnTo>
                <a:lnTo>
                  <a:pt x="8993630" y="10198962"/>
                </a:lnTo>
                <a:lnTo>
                  <a:pt x="0" y="10198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888045">
            <a:off x="9061013" y="6177409"/>
            <a:ext cx="8993630" cy="10198962"/>
          </a:xfrm>
          <a:custGeom>
            <a:avLst/>
            <a:gdLst/>
            <a:ahLst/>
            <a:cxnLst/>
            <a:rect r="r" b="b" t="t" l="l"/>
            <a:pathLst>
              <a:path h="10198962" w="8993630">
                <a:moveTo>
                  <a:pt x="0" y="0"/>
                </a:moveTo>
                <a:lnTo>
                  <a:pt x="8993630" y="0"/>
                </a:lnTo>
                <a:lnTo>
                  <a:pt x="8993630" y="10198962"/>
                </a:lnTo>
                <a:lnTo>
                  <a:pt x="0" y="10198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888045">
            <a:off x="-3996536" y="-4496452"/>
            <a:ext cx="8993630" cy="10198962"/>
          </a:xfrm>
          <a:custGeom>
            <a:avLst/>
            <a:gdLst/>
            <a:ahLst/>
            <a:cxnLst/>
            <a:rect r="r" b="b" t="t" l="l"/>
            <a:pathLst>
              <a:path h="10198962" w="8993630">
                <a:moveTo>
                  <a:pt x="0" y="0"/>
                </a:moveTo>
                <a:lnTo>
                  <a:pt x="8993631" y="0"/>
                </a:lnTo>
                <a:lnTo>
                  <a:pt x="8993631" y="10198962"/>
                </a:lnTo>
                <a:lnTo>
                  <a:pt x="0" y="10198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888045">
            <a:off x="12762485" y="3535747"/>
            <a:ext cx="8993630" cy="10198962"/>
          </a:xfrm>
          <a:custGeom>
            <a:avLst/>
            <a:gdLst/>
            <a:ahLst/>
            <a:cxnLst/>
            <a:rect r="r" b="b" t="t" l="l"/>
            <a:pathLst>
              <a:path h="10198962" w="8993630">
                <a:moveTo>
                  <a:pt x="0" y="0"/>
                </a:moveTo>
                <a:lnTo>
                  <a:pt x="8993630" y="0"/>
                </a:lnTo>
                <a:lnTo>
                  <a:pt x="8993630" y="10198962"/>
                </a:lnTo>
                <a:lnTo>
                  <a:pt x="0" y="10198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DAHK8eUMQxI</dc:identifier>
  <dcterms:modified xsi:type="dcterms:W3CDTF">2011-08-01T06:04:30Z</dcterms:modified>
  <cp:revision>1</cp:revision>
  <dc:title>proyecto intermodular</dc:title>
</cp:coreProperties>
</file>